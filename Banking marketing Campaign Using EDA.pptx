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15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6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4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29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04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0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81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4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3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594A0C6-1311-4DEB-9AD5-210B02E9038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57F8F48-2E85-4540-81C1-871D578C2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14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av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A3D1-24C3-BA07-38E1-BCFE1DCDF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945" y="1695236"/>
            <a:ext cx="9554110" cy="2347702"/>
          </a:xfrm>
        </p:spPr>
        <p:txBody>
          <a:bodyPr/>
          <a:lstStyle/>
          <a:p>
            <a:r>
              <a:rPr lang="en-IN" dirty="0"/>
              <a:t>Banking marketing Campaign Using EDA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1B6A5-4A44-158F-A022-4EC613E5389A}"/>
              </a:ext>
            </a:extLst>
          </p:cNvPr>
          <p:cNvSpPr txBox="1"/>
          <p:nvPr/>
        </p:nvSpPr>
        <p:spPr>
          <a:xfrm>
            <a:off x="9470204" y="5162764"/>
            <a:ext cx="6097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Pranith.G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5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1AB7-10F7-8067-C3EC-79963A7A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53033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3892-9E9E-2497-4C8E-C70C0285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107" y="1967665"/>
            <a:ext cx="7729728" cy="4378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    🏦 Customer Information</a:t>
            </a:r>
          </a:p>
          <a:p>
            <a:r>
              <a:rPr lang="en-US" sz="1600" b="1" dirty="0"/>
              <a:t>Age</a:t>
            </a:r>
            <a:r>
              <a:rPr lang="en-US" sz="1600" dirty="0"/>
              <a:t> – Age of the customer</a:t>
            </a:r>
          </a:p>
          <a:p>
            <a:r>
              <a:rPr lang="en-US" sz="1600" b="1" dirty="0"/>
              <a:t>Job</a:t>
            </a:r>
            <a:r>
              <a:rPr lang="en-US" sz="1600" dirty="0"/>
              <a:t> – Type of occupation</a:t>
            </a:r>
          </a:p>
          <a:p>
            <a:r>
              <a:rPr lang="en-US" sz="1600" b="1" dirty="0"/>
              <a:t>Marital</a:t>
            </a:r>
            <a:r>
              <a:rPr lang="en-US" sz="1600" dirty="0"/>
              <a:t> – Marital status</a:t>
            </a:r>
          </a:p>
          <a:p>
            <a:r>
              <a:rPr lang="en-US" sz="1600" b="1" dirty="0"/>
              <a:t>Education</a:t>
            </a:r>
            <a:r>
              <a:rPr lang="en-US" sz="1600" dirty="0"/>
              <a:t> – Education level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  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A6E291-FFB5-638F-0E3A-1F23B381ED40}"/>
              </a:ext>
            </a:extLst>
          </p:cNvPr>
          <p:cNvSpPr txBox="1">
            <a:spLocks/>
          </p:cNvSpPr>
          <p:nvPr/>
        </p:nvSpPr>
        <p:spPr>
          <a:xfrm>
            <a:off x="5825379" y="1967665"/>
            <a:ext cx="7729728" cy="3549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     </a:t>
            </a:r>
          </a:p>
          <a:p>
            <a:r>
              <a:rPr lang="en-US" b="1" dirty="0"/>
              <a:t>📞 Campaign Information</a:t>
            </a:r>
          </a:p>
          <a:p>
            <a:r>
              <a:rPr lang="en-US" sz="1600" b="1" dirty="0"/>
              <a:t>Contact</a:t>
            </a:r>
            <a:r>
              <a:rPr lang="en-US" sz="1600" dirty="0"/>
              <a:t> – Type of communication</a:t>
            </a:r>
          </a:p>
          <a:p>
            <a:r>
              <a:rPr lang="en-US" sz="1600" b="1" dirty="0"/>
              <a:t>Month</a:t>
            </a:r>
            <a:r>
              <a:rPr lang="en-US" sz="1600" dirty="0"/>
              <a:t> – Last contact month</a:t>
            </a:r>
          </a:p>
          <a:p>
            <a:r>
              <a:rPr lang="en-US" sz="1600" b="1" dirty="0"/>
              <a:t>Campaign</a:t>
            </a:r>
            <a:r>
              <a:rPr lang="en-US" sz="1600" dirty="0"/>
              <a:t> – Number of contacts performed</a:t>
            </a:r>
          </a:p>
          <a:p>
            <a:r>
              <a:rPr lang="en-US" sz="1600" b="1" dirty="0"/>
              <a:t>Previous</a:t>
            </a:r>
            <a:r>
              <a:rPr lang="en-US" sz="1600" dirty="0"/>
              <a:t> – Contacts before this campaign</a:t>
            </a:r>
          </a:p>
          <a:p>
            <a:r>
              <a:rPr lang="en-US" sz="1600" b="1" dirty="0"/>
              <a:t>Poutcome</a:t>
            </a:r>
            <a:r>
              <a:rPr lang="en-US" sz="1600" dirty="0"/>
              <a:t> – Previous campaign </a:t>
            </a:r>
            <a:endParaRPr lang="en-IN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902505-16FA-407C-456E-9AE8C764891E}"/>
              </a:ext>
            </a:extLst>
          </p:cNvPr>
          <p:cNvSpPr txBox="1">
            <a:spLocks/>
          </p:cNvSpPr>
          <p:nvPr/>
        </p:nvSpPr>
        <p:spPr>
          <a:xfrm>
            <a:off x="1368107" y="1784320"/>
            <a:ext cx="7729728" cy="4378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     💰 Financial Information</a:t>
            </a:r>
          </a:p>
          <a:p>
            <a:r>
              <a:rPr lang="en-US" sz="1600" b="1" dirty="0"/>
              <a:t>Balance</a:t>
            </a:r>
            <a:r>
              <a:rPr lang="en-US" sz="1600" dirty="0"/>
              <a:t> – Account balance</a:t>
            </a:r>
          </a:p>
          <a:p>
            <a:r>
              <a:rPr lang="en-US" sz="1600" b="1" dirty="0"/>
              <a:t>Housing</a:t>
            </a:r>
            <a:r>
              <a:rPr lang="en-US" sz="1600" dirty="0"/>
              <a:t> – Housing loan status</a:t>
            </a:r>
          </a:p>
          <a:p>
            <a:r>
              <a:rPr lang="en-US" sz="1600" b="1" dirty="0"/>
              <a:t>Loan</a:t>
            </a:r>
            <a:r>
              <a:rPr lang="en-US" sz="1600" dirty="0"/>
              <a:t> – Personal loan status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030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180A-76FE-13D2-FEA9-D9D68E49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30E03-6446-336C-84E6-36D63704F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16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CF35-08A5-1588-74E8-96AA42B0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0" y="263989"/>
            <a:ext cx="7000262" cy="847619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5A5A-9C86-DF0E-BAA6-39D15ECF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282" y="2038121"/>
            <a:ext cx="7939820" cy="3935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Source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Bank Marketing Dataset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Details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11,162 (or your sampled 200)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 input features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Deposit (Yes/No)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D1D03-A2D6-9ECD-C560-7C2F88AA1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763" y="1502081"/>
            <a:ext cx="4696480" cy="525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A456-C8B3-1C5D-FA00-FED5AC70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606" y="416825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42FF-653D-AA02-3FDA-AEA0F2327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93" y="2214575"/>
            <a:ext cx="7729728" cy="3101983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unknown values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696FC-2380-117B-49BF-01A63801B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919" y="1646641"/>
            <a:ext cx="5401429" cy="5163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400901-2762-C7CF-0846-655FFAE68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1" y="3649041"/>
            <a:ext cx="5715798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9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1339-1006-7A08-0FA9-3101D26A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905A-C81F-AB6A-12E7-1BF644063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731" y="2791325"/>
            <a:ext cx="7729728" cy="3101983"/>
          </a:xfrm>
        </p:spPr>
        <p:txBody>
          <a:bodyPr/>
          <a:lstStyle/>
          <a:p>
            <a:r>
              <a:rPr lang="en-IN" dirty="0"/>
              <a:t>Sampled 200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34C1D-3312-7E00-27E4-92CB19E1E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87" y="4250661"/>
            <a:ext cx="6249272" cy="2086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D676F4-FCA1-3250-03F6-4B5147AA7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87" y="3402173"/>
            <a:ext cx="2333951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2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E172-9769-7D86-BD00-0CAAE5EB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7786-4F0E-5E7C-9E9D-9C087EECE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9648D3-1732-23FD-FDC9-D6605DFCF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5" y="682523"/>
            <a:ext cx="12072135" cy="521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0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FBAC-2E32-84FB-9B2D-B7C72A86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520" y="244758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Distribution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F37623-D998-D126-931F-BAC77F99E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9" y="2976981"/>
            <a:ext cx="4553585" cy="139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49CB9B-CED0-D311-3F79-CE8BC63B3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384" y="1676990"/>
            <a:ext cx="7407616" cy="50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6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5969-850A-9F2F-CAB8-82A158F7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247" y="193511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vs Subscription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616248-CF02-5F07-90B8-75AA416DD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5" y="3203377"/>
            <a:ext cx="4773536" cy="1600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C3D8E-979A-E968-1B00-55D9C13A3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01" y="1751682"/>
            <a:ext cx="7725159" cy="49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4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8159-E838-ACF8-0BA3-84E7803F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0" y="142890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vs Subscription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E4643-B924-8611-D714-A299A0F44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4" y="2789306"/>
            <a:ext cx="4430998" cy="1430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675CB6-1E25-AE98-6406-D896C4D2C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46" y="1672827"/>
            <a:ext cx="7305738" cy="504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3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4FA6-FF62-80F9-7BB2-B4EAAED3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90" y="303680"/>
            <a:ext cx="8532344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Outcome vs Subscription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3FD4CD-7985-8273-7FF6-2FF89B60F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38" y="2739723"/>
            <a:ext cx="5044239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265F44-FB56-207C-7DD9-FC4CF3809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661" y="1786927"/>
            <a:ext cx="7311339" cy="47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42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1F81-DF35-4C18-D50D-ACA9EC09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53" y="264883"/>
            <a:ext cx="5407226" cy="64951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D0696D-D906-1DA3-8C58-5E35FC34F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8851"/>
            <a:ext cx="4616067" cy="1200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28FE4-950D-27F3-6334-EE8AA8BE6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200" y="1404651"/>
            <a:ext cx="7465800" cy="54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67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9542-E617-68F7-619C-BB7F8A98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295" y="832490"/>
            <a:ext cx="6615409" cy="84207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174C5-7C31-9300-3A4E-1D4C62F85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81" y="3429000"/>
            <a:ext cx="7316221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69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924F0D-1FAD-2340-7133-2480F1ED5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81" y="257180"/>
            <a:ext cx="8307594" cy="4080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B3B21-5260-6728-5158-361562000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81" y="4422222"/>
            <a:ext cx="8307594" cy="218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06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85EF-DCCE-0559-0DFE-79281E47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91" y="330983"/>
            <a:ext cx="5987447" cy="7869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825DB9-613A-DCFC-1D68-E5DBA99F6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522573"/>
            <a:ext cx="4533143" cy="1355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2ABD48-403B-7F06-D390-518FBE8A1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813" y="1664135"/>
            <a:ext cx="7036217" cy="46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4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1F2C-65D2-C84E-01F1-4A2A25D7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304" y="0"/>
            <a:ext cx="12390304" cy="7050795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DF27D-AD12-EF5A-42AE-15699F17C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" y="721894"/>
            <a:ext cx="11752446" cy="60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800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453</TotalTime>
  <Words>159</Words>
  <Application>Microsoft Office PowerPoint</Application>
  <PresentationFormat>Widescreen</PresentationFormat>
  <Paragraphs>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Times New Roman</vt:lpstr>
      <vt:lpstr>Parcel</vt:lpstr>
      <vt:lpstr>Banking marketing Campaign Using EDA </vt:lpstr>
      <vt:lpstr>Dataset Features Overview</vt:lpstr>
      <vt:lpstr>PowerPoint Presentation</vt:lpstr>
      <vt:lpstr>Dataset Overview</vt:lpstr>
      <vt:lpstr>Data Cleaning</vt:lpstr>
      <vt:lpstr>Data cleaning</vt:lpstr>
      <vt:lpstr>PowerPoint Presentation</vt:lpstr>
      <vt:lpstr>Target Distribution </vt:lpstr>
      <vt:lpstr>Age vs Subscription</vt:lpstr>
      <vt:lpstr>Job vs Subscription </vt:lpstr>
      <vt:lpstr>Previous Outcome vs Subscription</vt:lpstr>
      <vt:lpstr>Correlation Heatmap</vt:lpstr>
      <vt:lpstr>Pair plot</vt:lpstr>
      <vt:lpstr>PowerPoint Presentation</vt:lpstr>
      <vt:lpstr>Age Distribution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G</dc:creator>
  <cp:lastModifiedBy>pavan G</cp:lastModifiedBy>
  <cp:revision>5</cp:revision>
  <dcterms:created xsi:type="dcterms:W3CDTF">2026-02-17T09:47:04Z</dcterms:created>
  <dcterms:modified xsi:type="dcterms:W3CDTF">2026-02-18T05:21:13Z</dcterms:modified>
</cp:coreProperties>
</file>